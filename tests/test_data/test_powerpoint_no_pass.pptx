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EB91-90AF-4C47-8BA2-CC2676C81D37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EDA9B-3BDE-4F40-8C1B-554BFA6205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1758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EB91-90AF-4C47-8BA2-CC2676C81D37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EDA9B-3BDE-4F40-8C1B-554BFA6205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18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EB91-90AF-4C47-8BA2-CC2676C81D37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EDA9B-3BDE-4F40-8C1B-554BFA6205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502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EB91-90AF-4C47-8BA2-CC2676C81D37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EDA9B-3BDE-4F40-8C1B-554BFA6205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3935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EB91-90AF-4C47-8BA2-CC2676C81D37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EDA9B-3BDE-4F40-8C1B-554BFA6205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992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EB91-90AF-4C47-8BA2-CC2676C81D37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EDA9B-3BDE-4F40-8C1B-554BFA6205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6150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EB91-90AF-4C47-8BA2-CC2676C81D37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EDA9B-3BDE-4F40-8C1B-554BFA6205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0762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EB91-90AF-4C47-8BA2-CC2676C81D37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EDA9B-3BDE-4F40-8C1B-554BFA6205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501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EB91-90AF-4C47-8BA2-CC2676C81D37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EDA9B-3BDE-4F40-8C1B-554BFA6205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305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EB91-90AF-4C47-8BA2-CC2676C81D37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EDA9B-3BDE-4F40-8C1B-554BFA6205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2970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EB91-90AF-4C47-8BA2-CC2676C81D37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EDA9B-3BDE-4F40-8C1B-554BFA6205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0463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AEEB91-90AF-4C47-8BA2-CC2676C81D37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EDA9B-3BDE-4F40-8C1B-554BFA6205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1151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Test</a:t>
            </a:r>
            <a:br>
              <a:rPr lang="en-US" dirty="0" smtClean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0502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</a:t>
            </a:r>
            <a:br>
              <a:rPr lang="en-US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3050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6617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8374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Широкоэкранный</PresentationFormat>
  <Paragraphs>4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Test </vt:lpstr>
      <vt:lpstr>Test </vt:lpstr>
      <vt:lpstr>Test</vt:lpstr>
      <vt:lpstr>test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</dc:title>
  <dc:creator>Учетная запись Майкрософт</dc:creator>
  <cp:lastModifiedBy>Учетная запись Майкрософт</cp:lastModifiedBy>
  <cp:revision>1</cp:revision>
  <dcterms:created xsi:type="dcterms:W3CDTF">2026-03-11T13:26:13Z</dcterms:created>
  <dcterms:modified xsi:type="dcterms:W3CDTF">2026-03-11T13:26:49Z</dcterms:modified>
</cp:coreProperties>
</file>